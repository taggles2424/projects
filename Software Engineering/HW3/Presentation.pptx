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7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7A9F-AFD2-747B-D5B0-F405CFACF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D99A0-BF7E-81FA-86A0-940B53B34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EDA7E-ACED-86F4-595F-E1B4ADEB6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7DB9F-5D57-A7DD-277E-E04DB424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51284-F3C7-D5EC-9FD7-EC4D90BC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9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E3BA-4F3A-71EF-103B-1826B1AF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E47B7-C93D-EB3C-C685-225F3291B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291F3-43F2-5AEC-8CD3-E737BCF4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C79DD-C8A9-E919-E1F8-14A698D7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54FF-D9A8-F123-D58F-E8C87679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04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BE94-E5B4-6364-89BF-78B088A0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299B2-6E81-F96E-EB56-5012E4C4F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7E4CD-E129-CB0F-0B99-6A2240D1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156C-84BD-D10A-8D32-8DCE9E4A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F400A-359D-B196-7A93-5D887806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095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CB3C-DCEE-17B2-5649-A6F2030E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D7DEA-5B6A-4932-2921-4943745A6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1F6C0-C95A-77DB-2FEC-9188DD1DE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DEF71-4DCD-5968-C0D5-8F00CA00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35154-6A34-D3DC-14E6-481474B8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F70DD-D509-61B4-F5FF-4802B1F4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635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8D02-DAA9-73E2-3D39-768708A1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60BE6-8D7C-2ABE-2DA9-E190F8F50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7BDD4-8377-10D3-9635-F49FDB4C4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C501D-D260-D16D-98C9-70595D889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1444A-94D4-1867-242D-C17FFD3F3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5E721-3570-2FD7-8F86-0ABEC4FB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D7D1A-A76D-7858-4F6C-42EF245F8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0D8A2-BB92-13C8-38D7-A9073E83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27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7AC3-5F2E-E948-EF47-0D139CAB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16302-5DCF-D8FB-0E73-4A3FE8A0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9B9BF-FF32-F769-16F6-87FF2527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C7266-FAFC-BF14-19C8-350A2A98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37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E91CD-21DD-F126-BB25-E8F8ECE1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72FDF-BE1B-7DDE-A2A4-F1E20846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71CD2-60C1-E516-4159-19B73089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57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D2EB-90E1-FE6E-48D2-6B2CDDB86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634A-A367-3FD5-FA6C-580564A45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B1CAB-F17E-06D6-8BEE-3F942A42B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B8942-67FE-EAE4-12E1-8AB6534A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70F6-6E8A-7417-5B69-CC16FF88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81CD1-0D76-8EE4-0F02-BAEF6330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27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5D8E-198D-046F-17DD-FDCB5BDE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4C1F37-9684-3EF8-35FD-256878D20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381E9-61C9-667F-7E9D-6E8D7A3A4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B33E-775D-A400-B01F-9B753769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3F2C9-5B74-9547-D92D-2DFFBE3D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9B7E4-A5C9-DD38-E695-CCB95BDB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40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22BA-4F5C-BD21-6E9D-CEC88296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38E21-64EB-BD9F-2964-223E2C298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0980-47AA-8B55-8B1F-CE35020C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BB208-B8AF-0BB7-F206-BAF5502D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0548E-1C2D-040C-EA34-3DE9C890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991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754E75-F978-2BFA-AC27-CCD5D94B8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CD7F9-96E6-A18D-1E5E-4454CEC70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BC16F-4D93-E924-16C6-87D09B36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13689-27E5-35BE-1B39-D553F1BC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51303-6FE1-B412-1809-E1C8C926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431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1566A-3FD6-1CA4-B474-5C15E8C7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90B24-7624-C0A5-E567-D6A9B2C8A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59365-56E2-9061-5F45-82A1A8254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9C55D-DB5E-4B3B-972B-69D33ED2BCC2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FA69E-31BB-F592-7F35-B65176228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EB35A-1B6E-EBDC-F6A2-AC1CDFDAA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C259B-C5C7-4435-9391-29CC4E782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32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649ED-520E-F200-0302-3FB4B75EA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Mars Rover</a:t>
            </a:r>
            <a:endParaRPr lang="en-GB" sz="540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7BFA7D-9B9F-DFBB-9E6F-5CC8D7EF7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1053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2649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91FE08-B6EC-0CEB-76EE-79B37603F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343" y="59257"/>
            <a:ext cx="5081428" cy="826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7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CED5FF-AA81-F0E8-FD19-82219ED58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30" y="822121"/>
            <a:ext cx="10610214" cy="53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1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79D7E2-3997-32DE-AEE9-DB23DEC9A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69" y="-36631"/>
            <a:ext cx="6174296" cy="689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B860A-F048-A8D1-160F-8D204488C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758809" y="-2143641"/>
            <a:ext cx="6396663" cy="113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64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Mars Rover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Vladislav Golovatenko</dc:creator>
  <cp:lastModifiedBy>Vladislav Golovatenko</cp:lastModifiedBy>
  <cp:revision>1</cp:revision>
  <dcterms:created xsi:type="dcterms:W3CDTF">2026-05-20T10:47:48Z</dcterms:created>
  <dcterms:modified xsi:type="dcterms:W3CDTF">2026-05-20T10:52:58Z</dcterms:modified>
</cp:coreProperties>
</file>